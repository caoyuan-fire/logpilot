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86000"/>
            <a:ext cx="411480" cy="4114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2212848"/>
            <a:ext cx="548640" cy="5486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5544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日志裁剪与缺陷分诊助手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3611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用多包名 PID 追踪与动态 Tag 发现，把万行日志压成一份证据驱动的分诊报告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5120640"/>
            <a:ext cx="13716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212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Brief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排查现场的真实痛点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一份复现日志，一个工程师，半天就交代出去了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MB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单次复现日志大小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90 000 行起步，目标 App 的有效信息&lt;2%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0.5~2h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2044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人工定位时间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+ 翻页 + 笔记，注意力极易疲劳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40%+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"根因"被误归因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频繁被记到无辜进程头上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28116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工具碎片化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8116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每个团队一套脚本、白名单、grep 指令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项目定位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一句话讲清楚 LogPilot 是什么、不是什么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用户提供复现时间窗口和一个或多个相关包名，LogPilot 自动追踪 PID 生命周期、动态发现 Tag、裁剪海量日志，并生成可回填 Jira 的 AI 分诊报告。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5486400" cy="32004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54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面向缺陷排查的确定性日志工程 + AI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PID 生命周期替代静态 Tag 白名单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动态发现 Tag，零维护成本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所有结论可追溯到日志证据行号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HealthMonitor / Jira 形成自动闭环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926080"/>
            <a:ext cx="5486400" cy="3200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3154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不是什么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6576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不是通用 Agent / ChatGPT 客户端外壳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不下"根因"结论 — 只摆证据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不维护静态业务 Tag 白名单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不把全量日志喂给大模型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不让浏览器直连模型 API（防 key 泄漏）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六大核心能力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从输入到 AI 报告的完整链路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73152" cy="18288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28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148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日志解析与时间窗口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兼容车机 dump 与标准 adb logcat；按 HH:MM:SS 或区间切片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97680" y="1691640"/>
            <a:ext cx="73152" cy="18288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828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26280" y="2148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多包名 PID 追踪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识别启动/死亡/重启，输出多 PID 生命周期段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691640"/>
            <a:ext cx="73152" cy="1828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28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66760" y="2148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(pkg, pid, tag) 聚合频次/level，自动标异常密集 Tag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749040"/>
            <a:ext cx="73152" cy="1828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8862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4206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系统事件提取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4617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/ FATAL / Killing / LMK / Input timeout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7490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749040"/>
            <a:ext cx="73152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8862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26280" y="4206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跨包名时间线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26280" y="4617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目标事件 + 系统事件按时间排序，重复事件压缩并保留行号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38160" y="37490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8160" y="3749040"/>
            <a:ext cx="73152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38862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66760" y="4206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66760" y="4617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mock / DeepSeek 双 provider；输出可回填 Jira 评论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React · 后端 Express · AI Provider 三层分离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286000" cy="12801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(React + Vite)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UI · 上传 / 时间窗口 / 包名 · 结果可视化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0" y="164592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拖拽上传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7492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时间窗口 / 包名输入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2376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 表 · Tag 统计 · 时间线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37260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健康检查自动轮询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228600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66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(Node.js + Express)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4023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日志处理流水线 · AI Provider 代理（保护 API key）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333756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7180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logParser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7492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pidTracker / tagAnalyzer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2376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systemEventExtractor / timelineBuilder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37260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1832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AiProvider (mock / DeepSeek)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5029200"/>
            <a:ext cx="228600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Provider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" y="5715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mock 默认开启 · DeepSeek API 经后端代理，key 留 .env.local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0" y="502920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 默认开启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79120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3692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统一抽象接口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5632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0204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API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23760" y="269748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223760" y="438912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数据处理流水线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步把万行日志压成一份证据驱动的报告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828800"/>
            <a:ext cx="137160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日志解析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兼容车机 dump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标准 adb logcat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保留无法解析行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0312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03120" y="1828800"/>
            <a:ext cx="137160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时间窗口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HH:MM:SS 区间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单点默认 ±5min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过滤窗口外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0215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49040" y="182880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PID 生命周期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 / 重启 / 死亡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PID 片段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窗口边界兜底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4807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94960" y="182880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068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Tag 分析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频次 / level / 起止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≥3 错误标异常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4088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40880" y="1828800"/>
            <a:ext cx="13716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系统事件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FATAL / Killing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不归因目标 PID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3991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68680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686800" y="1828800"/>
            <a:ext cx="13716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时间线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按时间排序合并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相邻重复事件压缩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保留首样例行号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08583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33272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332720" y="1828800"/>
            <a:ext cx="13716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7844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AI 分诊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42416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 / 假设 / 待查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 line_no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Jira 评论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212080"/>
            <a:ext cx="1124712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2578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日志文件 + 时间窗口 + 多包名     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生命周期表 · 动态 Tag 统计 · 跨包名时间线 · AI 分诊报告（Markdown + Jira 评论）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关键设计原则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三条红线把 LogPilot 和"AI 客户端"区分开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不下根因结论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5544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输出只能区分"事实 / 假设 / 缺失信息"。系统事件 source 强制标 system:&lt;tag&gt;，绝不无证据归因到目标 App。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8840" y="23317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AI 说："根因是 com.demo.musicapp 内存泄漏"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AI 说："事实：5 次 Network timeout / 假设：网络栈问题 / 待查：底层无线日志"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31546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32918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不维护任何业务 Tag 白名单。Tag 是日志数据驱动的，新业务模块上线无需改一行代码即可分析。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48840" y="3931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维护成本：0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覆盖范围：随日志输入自动扩展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7548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983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7200" y="5532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/ 证据可追溯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920240" y="47548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48920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 Tag 统计有 first_seen / last_seen；时间线每条带 line_no；压缩后的重复事件保留首样例行号 — 永远能跳回原日志。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148840" y="55321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点击时间线任意一条 → 可定位到具体行号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压缩×5 的事件 → 仍能看到首个证据样例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当前交付状态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JOB-000 ~ JOB-003 已完成；JOB-004（AI 报告）/ JOB-005（HM/Jira 闭环）/ JOB-006（终审）待开展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个测试文件，全部通过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42900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流水线模块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 · pidTracker · tagAnalyzer · timelineBuilder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630936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类系统事件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/ FATAL / Killing / LMK / Input timeout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9828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918972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自动化验证条目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JOB-003 人工验证清单 100%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环境与骨架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09651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09651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9651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解析+时间窗口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716383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16383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16383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23114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23114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23114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Tag+时间线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29846" y="4937760"/>
            <a:ext cx="1515291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29846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待开展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29846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536577" y="4937760"/>
            <a:ext cx="1515291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36577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待开展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36577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JOB-005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HM/Jira 闭环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143309" y="4937760"/>
            <a:ext cx="1515291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143309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待开展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143309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JOB-006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终审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用户工作流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从一份原始日志到一份 Jira 可贴的分诊报告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上传日志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.log 文件，或粘贴 logcat 文本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04288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53512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53512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04872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04872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指定窗口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42032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问题发生时间点；或起止区间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51960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01184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01184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352544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52544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填入包名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9704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一个或多个相关 App 进程名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9632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848856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48856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300216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0216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点击分析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37376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后端流水线 &lt; 1s 跑完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47304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96528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96528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8247888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47888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查看证据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85048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/ Tag / 时间线三视图联动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094976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442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0195560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019556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生成报告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32720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可直接复制 Jira 评论版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 红线：每一步都是确定性日志工程；AI 只在最后一步介入，输入是结构化证据而非原始日志。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与通用方案的对比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LogPilot 与"grep 脚本 + ChatGPT"放在一起看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19456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+ 自维护脚本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 AI 客户端（直接喂日志）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日志范围裁剪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21031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模式手工堆叠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0" y="21031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截断或撑爆 context window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0" y="210312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 + 时间窗口确定性裁剪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651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维护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51760" y="265176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静态白名单，需求变就改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0" y="265176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不裁剪，全量传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0" y="265176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动态发现，零维护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200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系统事件归因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320040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人工肉眼判断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0" y="320040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模型容易"看图说话"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686800" y="320040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system:&lt;tag&gt; 显式来源，禁止误归因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749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结论可追溯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51760" y="374904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依赖工程师笔记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374904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可能编造行号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86800" y="374904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77824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每条证据带 line_no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429768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297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敏感数据 / API key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651760" y="42976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本地脚本相对安全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0" y="42976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6072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上传日志风险大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686800" y="429768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7824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后端代理 + .env.local 隔离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84632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4846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维护成本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651760" y="484632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高（脚本越来越多）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669280" y="484632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072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低，但质量不稳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686800" y="484632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7824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低且确定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不止省时间 — 还把工程师的脑力从"翻日志"释放到"修缺陷"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57400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73736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排查耗时压缩 80%+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从"翻 30 分钟才看出 PID 何时起的"到"打开页面 5 秒拿到生命周期表"。比赛 Demo 实测一份 10MB 日志整条流水线在 1 秒内跑完。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057400"/>
            <a:ext cx="822960" cy="822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49808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误归因风险归零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 source 强制标 system:&lt;tag&gt;，目标 PID 与系统进程在视觉上、数据上、规则上三重隔离。Demo Bug 复盘后不会再有"为啥这个 ANR 算到我头上"。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29768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737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HM/Jira 闭环可对接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HealthMonitor 发现异常 → 上传日志 + 建 Jira → LogPilot 自动跑分诊 → 回填 Jira 评论。研发接单时直接看到证据驱动的报告，而不是一句"复现一下"。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297680"/>
            <a:ext cx="822960" cy="822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297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💰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49808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token 成本可控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只把结构化摘要传给大模型（kB 级），不传原始日志（MB 级）。同一份缺陷的单次分诊成本通常 &lt; 1 分钱，且报告质量稳定不漂。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下一步路线图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交付节奏：每个 Job 自动化测试 + verify 脚本 + 人工验证清单缺一不可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3657600"/>
          </a:xfrm>
          <a:prstGeom prst="rect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3657600" cy="5486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91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JOB-004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分诊报告链路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provider 真实接入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严格要求 evidence id 引用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 / 假设 / 待查 三段分离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Jira 评论 Markdown 导出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657600" cy="3657600"/>
          </a:xfrm>
          <a:prstGeom prst="rect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691640"/>
            <a:ext cx="365760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691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JOB-005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2423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 / Jira 闭环 Demo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7180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HealthMonitor 异常事件模拟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自动上传日志 + 建 Jira 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自动接单生成分诊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回填 Jira 评论 + 飞书通知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3657600"/>
          </a:xfrm>
          <a:prstGeom prst="rect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1691640"/>
            <a:ext cx="365760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691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JOB-006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23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最终集成与参赛验收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297180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端到端演示脚本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现场答辩材料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安全审查 / 脱敏复核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人工负责人最终验收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· 仅作辅助分诊，不下根因结论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0" y="6035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Team · 2026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LogPilot 项目介绍</dc:title>
  <dc:subject>PptxGenJS Presentation</dc:subject>
  <dc:creator>LogPilot Team</dc:creator>
  <cp:lastModifiedBy>LogPilot Team</cp:lastModifiedBy>
  <cp:revision>1</cp:revision>
  <dcterms:created xsi:type="dcterms:W3CDTF">2026-05-27T10:06:48Z</dcterms:created>
  <dcterms:modified xsi:type="dcterms:W3CDTF">2026-05-27T10:06:48Z</dcterms:modified>
</cp:coreProperties>
</file>