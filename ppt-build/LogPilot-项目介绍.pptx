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2212848"/>
            <a:ext cx="548640" cy="5486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55448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日志裁剪与缺陷分诊助手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万行日志 → 证据驱动的分诊报告，5 秒出结果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120640"/>
            <a:ext cx="1371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产品发布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一个真实的排查故事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每个做车机/App 的工程师都经历过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011680"/>
            <a:ext cx="0" cy="41148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6459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测试提单：导出功能点击后页面卡死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228600" cy="2286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2788920"/>
            <a:ext cx="0" cy="41148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423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研发要来复现日志 — 10 MB，87 000 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228600" cy="2286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3566160"/>
            <a:ext cx="0" cy="41148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 grep 包名 → 找到 2000 行 → 哪段是卡死那一次？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228600" cy="2286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" y="4343400"/>
            <a:ext cx="0" cy="41148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977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14:45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3977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终于找到 PID → 又发现进程中间重启过，哪次才是？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228600" cy="228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" y="5120640"/>
            <a:ext cx="0" cy="41148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754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4754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ANR 日志 → 但 ANR 是系统打的，归谁？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5669280"/>
            <a:ext cx="228600" cy="228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5532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15:30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55321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 Jira："复现一下" — 1 小时过去了，结论 0 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小时排查，0 条证据级结论 — 日志不是没有信息，是人的注意力撑不住 90 000 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排查现场的真实痛点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这不是个例 — 是每天都在发生的团队级浪费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单次复现日志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87 000 行起步，目标 App 有效信息不到 2%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0.5~2h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人工定位耗时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39776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 + 翻页 + 笔记，注意力极易疲劳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根因被误归因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ANR / Watchdog 频繁被记到无辜进程头上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73736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8116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工具碎片化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39776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每个团队各一套脚本、白名单、grep 指令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要做的事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1 小时的日志翻阅，变成 5 秒的证据呈现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用户提供复现时间窗口 + 相关包名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自动追踪 PID 生命周期 → 动态发现 Tag → 裁剪万行日志 → AI 生成可回填 Jira 的分诊报告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657600" cy="27432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108960"/>
            <a:ext cx="73152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确定性日志工程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生命周期追踪替代静态白名单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系统事件强制标注来源，禁止误归因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每条结论可追溯到日志行号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57600" cy="27432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3108960"/>
            <a:ext cx="73152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Tag 发现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不维护任何业务 Tag 白名单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(pkg, pid, tag) 聚合频次与级别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新业务模块上线零改动即可分析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657600" cy="27432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3108960"/>
            <a:ext cx="73152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分诊报告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只传结构化摘要（kB），不传原始日志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推测 / 待查 三段分离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一键复制 Jira 评论版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从原始日志到 Jira 报告，6 步完成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&lt; 10 秒，人工只做第一步和最后一步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上传日志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 .log 文件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或粘贴 logcat 文本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219456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53512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404872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4872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指定窗口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2032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问题发生时间点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或起止区间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19456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01184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352544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52544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填入包名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9704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一个或多个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 App 进程名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219456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48856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300216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0216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点击分析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37376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后端流水线 &lt; 1s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自动跑完全链路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7304" y="219456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96528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652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247888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47888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查看证据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85048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/ Tag / 时间线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三视图联动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94976" y="219456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744200" y="182880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195560" y="27432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1955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报告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3272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Jira 评论版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1~3 人工输入，步骤 4~6 自动完成。AI 只在最后一步介入，输入是结构化证据而非原始日志。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Demo：一份 10MB 日志的分析全过程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从上传到出报告，全程不到 10 秒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日志文件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bug_export_0520.log  (87 432 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10:00:00 — 10:05:00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com.example.app, com.example.helper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点击导出按钮后页面卡死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47548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46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点击「开始分析」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输出（&lt; 1 秒完成）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240280"/>
            <a:ext cx="64008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40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21945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PID 2100 (10:00:00 → 10:00:05 has died)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PID 3300 重启 (10:00:05 → 窗口结束)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helper: PID 3500 (10:00:01 → 10:00:06 Killing)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3200400"/>
            <a:ext cx="64008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3154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AppCore — 11 次 (D:5 W:1 E:5) ⚠ 异常密集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HelperCore — 2 次 (D:1 I:1)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4160520"/>
            <a:ext cx="64008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时间线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4114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个事件（6 系统事件 + 7 目标事件）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ANR / Watchdog / Input timeout → 来源: system:*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×7 重复事件压缩为 1 条，保留行号 500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5120640"/>
            <a:ext cx="64008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120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50749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事实：PID 重启 1 次、AppCore 异常密集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假设：可能存在资源竞争 [→ line 500]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待查：是否有用户操作日志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 评论：已生成，一键复制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步数据处理流水线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万行日志如何被压成一份证据驱动的报告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日志解析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兼容车机 dump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标准 adb logcat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保留无法解析行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5623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828800"/>
            <a:ext cx="13716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时间窗口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HH:MM:SS 区间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单点默认 ±5min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过滤窗口外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0215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828800"/>
            <a:ext cx="1371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PID 生命周期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/ 重启 / 死亡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PID 片段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窗口边界兜底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4807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1828800"/>
            <a:ext cx="1371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Tag 分析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 / level / 起止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Tag 发现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 错误标异常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9399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1828800"/>
            <a:ext cx="1371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系统事件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ANR / Watchdog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FATAL / Killing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不归因目标 PID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3991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0" y="1828800"/>
            <a:ext cx="1371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时间线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按时间排序合并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相邻重复事件压缩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保留首样例行号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85832" y="3383280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332720" y="1828800"/>
            <a:ext cx="1371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32720" y="1828800"/>
            <a:ext cx="1371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7844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AI 分诊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0" y="24688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假设 / 待查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证据带 line_no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Jira 评论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257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日志文件 + 时间窗口 + 多包名   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生命周期 · Tag 统计 · 跨包名时间线 · AI 分诊报告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grep + ChatGPT？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LogPilot 与"直接把日志丢给 AI"放在一起看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9456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554480"/>
            <a:ext cx="301752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 + 脚本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AI（直接喂日志）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1554480"/>
            <a:ext cx="301752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日志范围裁剪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0312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 模式手工堆叠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10312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截断或撑爆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210312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生命周期 + 时间窗口确定性裁剪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219456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 维护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265176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静态白名单，需求变就改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65176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不裁剪，全量传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0" y="265176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动态发现，零维护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系统事件归因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320040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人工肉眼判断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20040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模型容易"看图说话"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6800" y="320040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system:&lt;tag&gt; 显式来源，禁止误归因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219456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结论可追溯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374904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依赖工程师笔记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374904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可能编造行号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0" y="374904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每条证据带 line_no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 / API key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51760" y="429768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本地脚本相对安全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0" y="4297680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上传日志风险大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86800" y="429768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7824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后端代理 + .env.local 隔离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846320"/>
            <a:ext cx="219456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维护成本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51760" y="484632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高（脚本越来越多）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669280" y="4846320"/>
            <a:ext cx="3017520" cy="548640"/>
          </a:xfrm>
          <a:prstGeom prst="rect">
            <a:avLst/>
          </a:prstGeom>
          <a:solidFill>
            <a:srgbClr val="F7F8FB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低，但质量不稳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686800" y="4846320"/>
            <a:ext cx="30175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7824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低且确定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三条红线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LogPilot 和"AI 客户端"区分开的核心规则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不下根因结论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554480"/>
            <a:ext cx="9784080" cy="13716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6916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输出只能区分"事实 / 假设 / 缺失信息"。系统事件 source 强制标 system:&lt;tag&gt;，绝不无证据归因到目标 App。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23317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AI 说："根因是 com.demo.musicapp 内存泄漏"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AI 说："事实：5 次 Network timeout / 假设：网络栈问题 / 待查：底层无线日志"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Tag 发现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3154680"/>
            <a:ext cx="9784080" cy="13716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2918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不维护任何业务 Tag 白名单。Tag 是日志数据驱动的，新业务模块上线无需改一行代码即可分析。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39319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维护成本：0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覆盖范围：随日志输入自动扩展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5532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/ 证据可追溯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4754880"/>
            <a:ext cx="9784080" cy="137160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48920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Tag 统计有 first_seen / last_seen；时间线每条带 line_no；压缩后的重复事件保留首样例行号 — 永远能跳回原日志。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55321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点击时间线任意一条 → 可定位到具体行号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压缩×5 的事件 → 仍能看到首个证据样例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React · 后端 Express · AI Provider 三层分离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286000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(React + Vite)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UI · 上传 / 时间窗口 / 包名 · 结果可视化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645920"/>
            <a:ext cx="896112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92024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拖拽上传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192024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时间窗口 / 包名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92024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/ Tag / 时间线视图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72600" y="192024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报告 + Jira 复制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22860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(Node.js + Express)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日志处理流水线 · AI Provider 代理（保护 API key）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3337560"/>
            <a:ext cx="896112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61188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611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logParser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361188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611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pidTracker / tagAnalyzer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361188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611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systemEventExtractor / timelineBuilder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72600" y="3611880"/>
            <a:ext cx="19659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3611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AiProvider (mock / DeepSeek)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029200"/>
            <a:ext cx="2286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Provider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5715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mock 默认开启 · DeepSeek API 经后端代理，key 留 .env.local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5029200"/>
            <a:ext cx="896112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5303520"/>
            <a:ext cx="2682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530352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默认开启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91200" y="5303520"/>
            <a:ext cx="2682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6920" y="530352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统一抽象接口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56320" y="5303520"/>
            <a:ext cx="2682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02040" y="530352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API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2697480"/>
            <a:ext cx="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23760" y="4389120"/>
            <a:ext cx="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6 个 JOB 已完成，自动化验证 105 项全部通过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97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个测试文件，全部通过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97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105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42900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自动化验证条目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覆盖全部人工验证清单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97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30936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流水线模块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 · pidTracker · tagAnalyzer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systemEvent · timeline · reportInput ·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1691640"/>
            <a:ext cx="2697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920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18972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类系统事件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ANR / Watchdog / FATAL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Killing / LMK / Input timeout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环境与骨架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9651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9651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9651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解析+时间窗口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16383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6383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16383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生命周期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23114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3114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23114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Tag+时间线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29846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9846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29846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分诊报告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36577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6577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36577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HM/Jira 闭环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143309" y="4937760"/>
            <a:ext cx="1515291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3309" y="4937760"/>
            <a:ext cx="1515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43309" y="5440680"/>
            <a:ext cx="15152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JOB-006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终审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不止省时间 — 把工程师的脑力从"翻日志"释放到"修缺陷"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排查耗时压缩 80%+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从"翻 30 分钟才看出 PID 何时起的"到"打开页面 5 秒拿到生命周期表"。一份 10MB 日志整条流水线 &lt; 1 秒跑完。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9808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误归因风险归零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系统事件 source 强制标 system:&lt;tag&gt;，目标 PID 与系统进程在视觉上、数据上、规则上三重隔离。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2976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HM/Jira 闭环对接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HealthMonitor 发现异常 → 上传日志 + 建 Jira → LogPilot 自动跑分诊 → 回填 Jira 评论。研发接单时直接看到证据报告。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9768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980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token 成本可控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只把结构化摘要传给大模型（kB 级），不传原始日志（MB 级）。单次分诊成本 &lt; 1 分钱，且报告质量稳定。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生产环境可信任的三道防线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38912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6576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05740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不出后端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模型调用只发生在 Node.js 后端进程，前端浏览器不接触任何密钥。.env.local 被 .gitignore 排除，永远不入仓库。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浏览器 Network 面板看不到 API 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前端代码中不存在密钥逻辑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657600" cy="438912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91640"/>
            <a:ext cx="36576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0574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8056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原始日志不出本机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传给大模型的只有结构化摘要（PID 表、Tag 统计、时间线），不是原始日志。敏感信息不会离开你的机器。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输入 = kB 级摘要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原始日志 = MB 级，留在本地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657600" cy="4389120"/>
          </a:xfrm>
          <a:prstGeom prst="rect">
            <a:avLst/>
          </a:prstGeom>
          <a:solidFill>
            <a:srgbClr val="F7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9164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057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推测 ≠ 根因结论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系统事件 source 强制标 system:&lt;tag&gt;，禁止无证据归因。AI 输出分三段：事实 / 推测 / 待查，每条推测必须引用 evidence id。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不存在"AI 说是它就是它"的情况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所有结论可追溯到日志行号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55448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万行日志，5 秒出证据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554480" y="3474720"/>
            <a:ext cx="18288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3749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确定性日志工程 — PID 生命周期追踪，不靠白名单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Tag 发现 — 零维护成本，新模块上线即分析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分诊报告 — 事实/推测/待查三段分离，可回填 Jira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5120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 — key 不出后端，日志不出本机，推测不冒充根因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仅作辅助分诊，不下根因结论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6035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Team ·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LogPilot · AI 日志裁剪与缺陷分诊助手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LogPilot — AI 日志裁剪与缺陷分诊助手</dc:title>
  <dc:subject>PptxGenJS Presentation</dc:subject>
  <dc:creator>LogPilot Team</dc:creator>
  <cp:lastModifiedBy>LogPilot Team</cp:lastModifiedBy>
  <cp:revision>1</cp:revision>
  <dcterms:created xsi:type="dcterms:W3CDTF">2026-05-29T06:13:41Z</dcterms:created>
  <dcterms:modified xsi:type="dcterms:W3CDTF">2026-05-29T06:13:41Z</dcterms:modified>
</cp:coreProperties>
</file>